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Lending Readiness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Helping More Borrowers Become Lending 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Mortgage readiness support for declined and borderline borrowers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A structured referral lane for loan officers and Realtors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Compliance-conscious process with no referral-fee arrangement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Good borrowers fall out of the pipeline when credit blocks the loan.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Borrowers leave confused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Loan officers lose future closings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Realtors lose buyers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No one owns the readiness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A partner workflow that keeps borrowers moving.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Initial readiness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Action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Monthly progress updates with consent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Return-to-lender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Who We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Designed for teams that need a credit-readiness lane.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Mortgage brokers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Loan officers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Banks and credit unions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Realtors and buyer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Referral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Simple enough to use every week.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Borrower is not ready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Partner sends referral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Borrower completes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Readiness plan is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62271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35423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Partner receives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Compliance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Built to protect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No referral fees or kickbacks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No score guarantees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Borrower consent before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Written agreements and required disclosures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Partner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Why lenders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Save future borrowers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Improve client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Protect referral 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Create a repeatable “not yet”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</a:defRPr>
            </a:pPr>
            <a: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6213E"/>
                </a:solidFill>
              </a:defRPr>
            </a:pPr>
            <a:r>
              <a:t>Launch a pilot with 3-5 borrowers.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Confirm referral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Provide co-branded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5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7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Set update cadence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03903"/>
            <a:ext cx="106070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5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• Review pilot outcomes after 60-90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Lending Readiness Partners | Helping More Borrowers Become Lending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